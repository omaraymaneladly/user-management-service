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57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0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مومن عبدالقادر عبدالنبى عبدالقادر" userId="b1f90508-9343-4c28-9fed-bf0ac4782c70" providerId="ADAL" clId="{9BC63F15-0960-4D35-9AA8-23167FD296AC}"/>
    <pc:docChg chg="modSld sldOrd">
      <pc:chgData name="مومن عبدالقادر عبدالنبى عبدالقادر" userId="b1f90508-9343-4c28-9fed-bf0ac4782c70" providerId="ADAL" clId="{9BC63F15-0960-4D35-9AA8-23167FD296AC}" dt="2026-08-10T21:09:42.831" v="54"/>
      <pc:docMkLst>
        <pc:docMk/>
      </pc:docMkLst>
      <pc:sldChg chg="addSp delSp modSp setBg">
        <pc:chgData name="مومن عبدالقادر عبدالنبى عبدالقادر" userId="b1f90508-9343-4c28-9fed-bf0ac4782c70" providerId="ADAL" clId="{9BC63F15-0960-4D35-9AA8-23167FD296AC}" dt="2026-08-10T21:09:42.831" v="54"/>
        <pc:sldMkLst>
          <pc:docMk/>
          <pc:sldMk cId="4015811100" sldId="257"/>
        </pc:sldMkLst>
        <pc:spChg chg="add mod">
          <ac:chgData name="مومن عبدالقادر عبدالنبى عبدالقادر" userId="b1f90508-9343-4c28-9fed-bf0ac4782c70" providerId="ADAL" clId="{9BC63F15-0960-4D35-9AA8-23167FD296AC}" dt="2026-08-10T20:28:56.232" v="26" actId="767"/>
          <ac:spMkLst>
            <pc:docMk/>
            <pc:sldMk cId="4015811100" sldId="257"/>
            <ac:spMk id="21" creationId="{4B3CCEC1-DE2F-64CC-DAFA-C6BA8F757A68}"/>
          </ac:spMkLst>
        </pc:spChg>
        <pc:spChg chg="add mod">
          <ac:chgData name="مومن عبدالقادر عبدالنبى عبدالقادر" userId="b1f90508-9343-4c28-9fed-bf0ac4782c70" providerId="ADAL" clId="{9BC63F15-0960-4D35-9AA8-23167FD296AC}" dt="2026-08-10T20:43:10.738" v="27"/>
          <ac:spMkLst>
            <pc:docMk/>
            <pc:sldMk cId="4015811100" sldId="257"/>
            <ac:spMk id="24" creationId="{91645522-9B75-303B-039A-DB9EED91EEEB}"/>
          </ac:spMkLst>
        </pc:spChg>
        <pc:spChg chg="add mod">
          <ac:chgData name="مومن عبدالقادر عبدالنبى عبدالقادر" userId="b1f90508-9343-4c28-9fed-bf0ac4782c70" providerId="ADAL" clId="{9BC63F15-0960-4D35-9AA8-23167FD296AC}" dt="2026-08-10T20:50:38.849" v="38"/>
          <ac:spMkLst>
            <pc:docMk/>
            <pc:sldMk cId="4015811100" sldId="257"/>
            <ac:spMk id="26" creationId="{71A2BE5F-4B3B-7D1A-AE0E-1624A8606F03}"/>
          </ac:spMkLst>
        </pc:spChg>
        <pc:spChg chg="add mod">
          <ac:chgData name="مومن عبدالقادر عبدالنبى عبدالقادر" userId="b1f90508-9343-4c28-9fed-bf0ac4782c70" providerId="ADAL" clId="{9BC63F15-0960-4D35-9AA8-23167FD296AC}" dt="2026-08-10T20:50:09.770" v="34"/>
          <ac:spMkLst>
            <pc:docMk/>
            <pc:sldMk cId="4015811100" sldId="257"/>
            <ac:spMk id="28" creationId="{4B7CE2CE-62C9-FABB-4F47-61CB060B6403}"/>
          </ac:spMkLst>
        </pc:spChg>
        <pc:spChg chg="add mod">
          <ac:chgData name="مومن عبدالقادر عبدالنبى عبدالقادر" userId="b1f90508-9343-4c28-9fed-bf0ac4782c70" providerId="ADAL" clId="{9BC63F15-0960-4D35-9AA8-23167FD296AC}" dt="2026-08-10T20:45:07.063" v="31"/>
          <ac:spMkLst>
            <pc:docMk/>
            <pc:sldMk cId="4015811100" sldId="257"/>
            <ac:spMk id="30" creationId="{AAA9B89B-3819-82E5-990A-837DFDCF2CA9}"/>
          </ac:spMkLst>
        </pc:spChg>
        <pc:spChg chg="add mod">
          <ac:chgData name="مومن عبدالقادر عبدالنبى عبدالقادر" userId="b1f90508-9343-4c28-9fed-bf0ac4782c70" providerId="ADAL" clId="{9BC63F15-0960-4D35-9AA8-23167FD296AC}" dt="2026-08-10T20:45:51.421" v="32"/>
          <ac:spMkLst>
            <pc:docMk/>
            <pc:sldMk cId="4015811100" sldId="257"/>
            <ac:spMk id="31" creationId="{7044F5DC-2D77-9405-FD1B-FD1FBB4BCB54}"/>
          </ac:spMkLst>
        </pc:spChg>
        <pc:spChg chg="add mod">
          <ac:chgData name="مومن عبدالقادر عبدالنبى عبدالقادر" userId="b1f90508-9343-4c28-9fed-bf0ac4782c70" providerId="ADAL" clId="{9BC63F15-0960-4D35-9AA8-23167FD296AC}" dt="2026-08-10T20:50:15.715" v="37"/>
          <ac:spMkLst>
            <pc:docMk/>
            <pc:sldMk cId="4015811100" sldId="257"/>
            <ac:spMk id="32" creationId="{50011849-E205-E8DE-9525-785F69EEF430}"/>
          </ac:spMkLst>
        </pc:spChg>
        <pc:spChg chg="add mod">
          <ac:chgData name="مومن عبدالقادر عبدالنبى عبدالقادر" userId="b1f90508-9343-4c28-9fed-bf0ac4782c70" providerId="ADAL" clId="{9BC63F15-0960-4D35-9AA8-23167FD296AC}" dt="2026-08-10T20:47:00.889" v="33"/>
          <ac:spMkLst>
            <pc:docMk/>
            <pc:sldMk cId="4015811100" sldId="257"/>
            <ac:spMk id="33" creationId="{57B238E3-2820-CA3B-E7A5-61BEFB2A5009}"/>
          </ac:spMkLst>
        </pc:spChg>
        <pc:spChg chg="add mod">
          <ac:chgData name="مومن عبدالقادر عبدالنبى عبدالقادر" userId="b1f90508-9343-4c28-9fed-bf0ac4782c70" providerId="ADAL" clId="{9BC63F15-0960-4D35-9AA8-23167FD296AC}" dt="2026-08-10T20:50:12.181" v="35"/>
          <ac:spMkLst>
            <pc:docMk/>
            <pc:sldMk cId="4015811100" sldId="257"/>
            <ac:spMk id="34" creationId="{6635E76A-FFC0-ED74-EC57-F9CF86A01024}"/>
          </ac:spMkLst>
        </pc:spChg>
        <pc:spChg chg="add mod">
          <ac:chgData name="مومن عبدالقادر عبدالنبى عبدالقادر" userId="b1f90508-9343-4c28-9fed-bf0ac4782c70" providerId="ADAL" clId="{9BC63F15-0960-4D35-9AA8-23167FD296AC}" dt="2026-08-10T20:50:14.242" v="36"/>
          <ac:spMkLst>
            <pc:docMk/>
            <pc:sldMk cId="4015811100" sldId="257"/>
            <ac:spMk id="35" creationId="{E6CE1F7B-36B7-36F3-0C00-2B035BB34DF7}"/>
          </ac:spMkLst>
        </pc:spChg>
        <pc:spChg chg="add del mod">
          <ac:chgData name="مومن عبدالقادر عبدالنبى عبدالقادر" userId="b1f90508-9343-4c28-9fed-bf0ac4782c70" providerId="ADAL" clId="{9BC63F15-0960-4D35-9AA8-23167FD296AC}" dt="2026-08-10T21:09:42.831" v="54"/>
          <ac:spMkLst>
            <pc:docMk/>
            <pc:sldMk cId="4015811100" sldId="257"/>
            <ac:spMk id="36" creationId="{851DA808-9D21-93E0-4AAC-FD6FD666E502}"/>
          </ac:spMkLst>
        </pc:spChg>
        <pc:picChg chg="add">
          <ac:chgData name="مومن عبدالقادر عبدالنبى عبدالقادر" userId="b1f90508-9343-4c28-9fed-bf0ac4782c70" providerId="ADAL" clId="{9BC63F15-0960-4D35-9AA8-23167FD296AC}" dt="2026-08-10T18:17:32.571" v="0"/>
          <ac:picMkLst>
            <pc:docMk/>
            <pc:sldMk cId="4015811100" sldId="257"/>
            <ac:picMk id="7" creationId="{2E664FAA-72AA-0B14-C1A7-7DBF8290673F}"/>
          </ac:picMkLst>
        </pc:picChg>
        <pc:picChg chg="add">
          <ac:chgData name="مومن عبدالقادر عبدالنبى عبدالقادر" userId="b1f90508-9343-4c28-9fed-bf0ac4782c70" providerId="ADAL" clId="{9BC63F15-0960-4D35-9AA8-23167FD296AC}" dt="2026-08-10T18:18:40.467" v="1"/>
          <ac:picMkLst>
            <pc:docMk/>
            <pc:sldMk cId="4015811100" sldId="257"/>
            <ac:picMk id="9" creationId="{E119A2C6-6180-710B-795C-AF32C5090444}"/>
          </ac:picMkLst>
        </pc:picChg>
        <pc:picChg chg="add">
          <ac:chgData name="مومن عبدالقادر عبدالنبى عبدالقادر" userId="b1f90508-9343-4c28-9fed-bf0ac4782c70" providerId="ADAL" clId="{9BC63F15-0960-4D35-9AA8-23167FD296AC}" dt="2026-08-10T18:18:54.219" v="3"/>
          <ac:picMkLst>
            <pc:docMk/>
            <pc:sldMk cId="4015811100" sldId="257"/>
            <ac:picMk id="12" creationId="{D98B8C9A-9AFA-548B-2CD3-96FD55B190AF}"/>
          </ac:picMkLst>
        </pc:picChg>
        <pc:picChg chg="add">
          <ac:chgData name="مومن عبدالقادر عبدالنبى عبدالقادر" userId="b1f90508-9343-4c28-9fed-bf0ac4782c70" providerId="ADAL" clId="{9BC63F15-0960-4D35-9AA8-23167FD296AC}" dt="2026-08-10T18:27:20.144" v="4"/>
          <ac:picMkLst>
            <pc:docMk/>
            <pc:sldMk cId="4015811100" sldId="257"/>
            <ac:picMk id="16" creationId="{10E051CE-B136-6760-3EA1-C80F0CB833E5}"/>
          </ac:picMkLst>
        </pc:picChg>
        <pc:picChg chg="add mod">
          <ac:chgData name="مومن عبدالقادر عبدالنبى عبدالقادر" userId="b1f90508-9343-4c28-9fed-bf0ac4782c70" providerId="ADAL" clId="{9BC63F15-0960-4D35-9AA8-23167FD296AC}" dt="2026-08-10T18:33:27.028" v="12"/>
          <ac:picMkLst>
            <pc:docMk/>
            <pc:sldMk cId="4015811100" sldId="257"/>
            <ac:picMk id="18" creationId="{D994175D-487C-38CA-271B-2B49B5E1B19E}"/>
          </ac:picMkLst>
        </pc:picChg>
        <pc:picChg chg="add">
          <ac:chgData name="مومن عبدالقادر عبدالنبى عبدالقادر" userId="b1f90508-9343-4c28-9fed-bf0ac4782c70" providerId="ADAL" clId="{9BC63F15-0960-4D35-9AA8-23167FD296AC}" dt="2026-08-10T18:50:56.926" v="23"/>
          <ac:picMkLst>
            <pc:docMk/>
            <pc:sldMk cId="4015811100" sldId="257"/>
            <ac:picMk id="20" creationId="{D8F26DBF-72C9-6E96-A315-A4C30CB4EBE8}"/>
          </ac:picMkLst>
        </pc:picChg>
      </pc:sldChg>
      <pc:sldChg chg="addSp setBg">
        <pc:chgData name="مومن عبدالقادر عبدالنبى عبدالقادر" userId="b1f90508-9343-4c28-9fed-bf0ac4782c70" providerId="ADAL" clId="{9BC63F15-0960-4D35-9AA8-23167FD296AC}" dt="2026-08-10T18:37:29.940" v="14"/>
        <pc:sldMkLst>
          <pc:docMk/>
          <pc:sldMk cId="49587793" sldId="258"/>
        </pc:sldMkLst>
        <pc:picChg chg="add">
          <ac:chgData name="مومن عبدالقادر عبدالنبى عبدالقادر" userId="b1f90508-9343-4c28-9fed-bf0ac4782c70" providerId="ADAL" clId="{9BC63F15-0960-4D35-9AA8-23167FD296AC}" dt="2026-08-10T18:37:29.940" v="14"/>
          <ac:picMkLst>
            <pc:docMk/>
            <pc:sldMk cId="49587793" sldId="258"/>
            <ac:picMk id="4" creationId="{965522ED-53FD-D359-8FA3-108739BEBF20}"/>
          </ac:picMkLst>
        </pc:picChg>
      </pc:sldChg>
      <pc:sldChg chg="addSp">
        <pc:chgData name="مومن عبدالقادر عبدالنبى عبدالقادر" userId="b1f90508-9343-4c28-9fed-bf0ac4782c70" providerId="ADAL" clId="{9BC63F15-0960-4D35-9AA8-23167FD296AC}" dt="2026-08-10T18:58:58.790" v="24"/>
        <pc:sldMkLst>
          <pc:docMk/>
          <pc:sldMk cId="1827395415" sldId="258"/>
        </pc:sldMkLst>
        <pc:picChg chg="add">
          <ac:chgData name="مومن عبدالقادر عبدالنبى عبدالقادر" userId="b1f90508-9343-4c28-9fed-bf0ac4782c70" providerId="ADAL" clId="{9BC63F15-0960-4D35-9AA8-23167FD296AC}" dt="2026-08-10T18:58:58.790" v="24"/>
          <ac:picMkLst>
            <pc:docMk/>
            <pc:sldMk cId="1827395415" sldId="258"/>
            <ac:picMk id="4" creationId="{2E53FA60-98B5-97F5-AF2C-201D51902908}"/>
          </ac:picMkLst>
        </pc:picChg>
      </pc:sldChg>
      <pc:sldChg chg="addSp">
        <pc:chgData name="مومن عبدالقادر عبدالنبى عبدالقادر" userId="b1f90508-9343-4c28-9fed-bf0ac4782c70" providerId="ADAL" clId="{9BC63F15-0960-4D35-9AA8-23167FD296AC}" dt="2026-08-10T19:03:17.578" v="25"/>
        <pc:sldMkLst>
          <pc:docMk/>
          <pc:sldMk cId="2697945490" sldId="259"/>
        </pc:sldMkLst>
        <pc:picChg chg="add">
          <ac:chgData name="مومن عبدالقادر عبدالنبى عبدالقادر" userId="b1f90508-9343-4c28-9fed-bf0ac4782c70" providerId="ADAL" clId="{9BC63F15-0960-4D35-9AA8-23167FD296AC}" dt="2026-08-10T19:03:17.578" v="25"/>
          <ac:picMkLst>
            <pc:docMk/>
            <pc:sldMk cId="2697945490" sldId="259"/>
            <ac:picMk id="5" creationId="{5B21A24D-D929-E706-E20E-19461397D3E5}"/>
          </ac:picMkLst>
        </pc:picChg>
      </pc:sldChg>
      <pc:sldChg chg="addSp">
        <pc:chgData name="مومن عبدالقادر عبدالنبى عبدالقادر" userId="b1f90508-9343-4c28-9fed-bf0ac4782c70" providerId="ADAL" clId="{9BC63F15-0960-4D35-9AA8-23167FD296AC}" dt="2026-08-10T20:56:56.258" v="39"/>
        <pc:sldMkLst>
          <pc:docMk/>
          <pc:sldMk cId="1162767787" sldId="261"/>
        </pc:sldMkLst>
        <pc:picChg chg="add">
          <ac:chgData name="مومن عبدالقادر عبدالنبى عبدالقادر" userId="b1f90508-9343-4c28-9fed-bf0ac4782c70" providerId="ADAL" clId="{9BC63F15-0960-4D35-9AA8-23167FD296AC}" dt="2026-08-10T20:56:56.258" v="39"/>
          <ac:picMkLst>
            <pc:docMk/>
            <pc:sldMk cId="1162767787" sldId="261"/>
            <ac:picMk id="4" creationId="{CFF33F75-CBD3-17A3-7DD2-995158656F43}"/>
          </ac:picMkLst>
        </pc:picChg>
      </pc:sldChg>
      <pc:sldChg chg="addSp modSp">
        <pc:chgData name="مومن عبدالقادر عبدالنبى عبدالقادر" userId="b1f90508-9343-4c28-9fed-bf0ac4782c70" providerId="ADAL" clId="{9BC63F15-0960-4D35-9AA8-23167FD296AC}" dt="2026-08-10T20:59:24.548" v="41"/>
        <pc:sldMkLst>
          <pc:docMk/>
          <pc:sldMk cId="1521767303" sldId="262"/>
        </pc:sldMkLst>
        <pc:picChg chg="mod">
          <ac:chgData name="مومن عبدالقادر عبدالنبى عبدالقادر" userId="b1f90508-9343-4c28-9fed-bf0ac4782c70" providerId="ADAL" clId="{9BC63F15-0960-4D35-9AA8-23167FD296AC}" dt="2026-08-10T20:59:02.001" v="40" actId="14826"/>
          <ac:picMkLst>
            <pc:docMk/>
            <pc:sldMk cId="1521767303" sldId="262"/>
            <ac:picMk id="4" creationId="{F576C2DE-26C0-AE0F-F15A-E4B394CA8006}"/>
          </ac:picMkLst>
        </pc:picChg>
        <pc:picChg chg="add">
          <ac:chgData name="مومن عبدالقادر عبدالنبى عبدالقادر" userId="b1f90508-9343-4c28-9fed-bf0ac4782c70" providerId="ADAL" clId="{9BC63F15-0960-4D35-9AA8-23167FD296AC}" dt="2026-08-10T20:59:24.548" v="41"/>
          <ac:picMkLst>
            <pc:docMk/>
            <pc:sldMk cId="1521767303" sldId="262"/>
            <ac:picMk id="5" creationId="{41480F4A-9275-2BEE-FB66-AAC38040F001}"/>
          </ac:picMkLst>
        </pc:picChg>
      </pc:sldChg>
      <pc:sldChg chg="addSp ord">
        <pc:chgData name="مومن عبدالقادر عبدالنبى عبدالقادر" userId="b1f90508-9343-4c28-9fed-bf0ac4782c70" providerId="ADAL" clId="{9BC63F15-0960-4D35-9AA8-23167FD296AC}" dt="2026-08-10T21:05:06.097" v="47"/>
        <pc:sldMkLst>
          <pc:docMk/>
          <pc:sldMk cId="3002651865" sldId="263"/>
        </pc:sldMkLst>
        <pc:picChg chg="add">
          <ac:chgData name="مومن عبدالقادر عبدالنبى عبدالقادر" userId="b1f90508-9343-4c28-9fed-bf0ac4782c70" providerId="ADAL" clId="{9BC63F15-0960-4D35-9AA8-23167FD296AC}" dt="2026-08-10T21:05:06.097" v="47"/>
          <ac:picMkLst>
            <pc:docMk/>
            <pc:sldMk cId="3002651865" sldId="263"/>
            <ac:picMk id="5" creationId="{01B971B4-80A5-6E6E-E772-7DBDCDDF21D8}"/>
          </ac:picMkLst>
        </pc:picChg>
      </pc:sldChg>
      <pc:sldChg chg="addSp ord">
        <pc:chgData name="مومن عبدالقادر عبدالنبى عبدالقادر" userId="b1f90508-9343-4c28-9fed-bf0ac4782c70" providerId="ADAL" clId="{9BC63F15-0960-4D35-9AA8-23167FD296AC}" dt="2026-08-10T21:05:55.259" v="48"/>
        <pc:sldMkLst>
          <pc:docMk/>
          <pc:sldMk cId="1282030558" sldId="264"/>
        </pc:sldMkLst>
        <pc:picChg chg="add">
          <ac:chgData name="مومن عبدالقادر عبدالنبى عبدالقادر" userId="b1f90508-9343-4c28-9fed-bf0ac4782c70" providerId="ADAL" clId="{9BC63F15-0960-4D35-9AA8-23167FD296AC}" dt="2026-08-10T21:05:55.259" v="48"/>
          <ac:picMkLst>
            <pc:docMk/>
            <pc:sldMk cId="1282030558" sldId="264"/>
            <ac:picMk id="5" creationId="{A2A48509-31B8-AF41-5BC0-A0FFC045A3E8}"/>
          </ac:picMkLst>
        </pc:picChg>
      </pc:sldChg>
      <pc:sldChg chg="addSp ord">
        <pc:chgData name="مومن عبدالقادر عبدالنبى عبدالقادر" userId="b1f90508-9343-4c28-9fed-bf0ac4782c70" providerId="ADAL" clId="{9BC63F15-0960-4D35-9AA8-23167FD296AC}" dt="2026-08-10T21:06:28.460" v="49"/>
        <pc:sldMkLst>
          <pc:docMk/>
          <pc:sldMk cId="217737530" sldId="265"/>
        </pc:sldMkLst>
        <pc:picChg chg="add">
          <ac:chgData name="مومن عبدالقادر عبدالنبى عبدالقادر" userId="b1f90508-9343-4c28-9fed-bf0ac4782c70" providerId="ADAL" clId="{9BC63F15-0960-4D35-9AA8-23167FD296AC}" dt="2026-08-10T21:06:28.460" v="49"/>
          <ac:picMkLst>
            <pc:docMk/>
            <pc:sldMk cId="217737530" sldId="265"/>
            <ac:picMk id="5" creationId="{077B712A-785F-3A18-4168-C66951D1E660}"/>
          </ac:picMkLst>
        </pc:picChg>
      </pc:sldChg>
      <pc:sldChg chg="addSp ord">
        <pc:chgData name="مومن عبدالقادر عبدالنبى عبدالقادر" userId="b1f90508-9343-4c28-9fed-bf0ac4782c70" providerId="ADAL" clId="{9BC63F15-0960-4D35-9AA8-23167FD296AC}" dt="2026-08-10T21:08:01.274" v="51"/>
        <pc:sldMkLst>
          <pc:docMk/>
          <pc:sldMk cId="3893881849" sldId="266"/>
        </pc:sldMkLst>
        <pc:picChg chg="add">
          <ac:chgData name="مومن عبدالقادر عبدالنبى عبدالقادر" userId="b1f90508-9343-4c28-9fed-bf0ac4782c70" providerId="ADAL" clId="{9BC63F15-0960-4D35-9AA8-23167FD296AC}" dt="2026-08-10T21:08:01.274" v="51"/>
          <ac:picMkLst>
            <pc:docMk/>
            <pc:sldMk cId="3893881849" sldId="266"/>
            <ac:picMk id="5" creationId="{425F7DC8-629D-016A-2A4A-696BF854BD6A}"/>
          </ac:picMkLst>
        </pc:picChg>
      </pc:sldChg>
      <pc:sldChg chg="addSp ord">
        <pc:chgData name="مومن عبدالقادر عبدالنبى عبدالقادر" userId="b1f90508-9343-4c28-9fed-bf0ac4782c70" providerId="ADAL" clId="{9BC63F15-0960-4D35-9AA8-23167FD296AC}" dt="2026-08-10T21:08:21.574" v="52"/>
        <pc:sldMkLst>
          <pc:docMk/>
          <pc:sldMk cId="2750099700" sldId="267"/>
        </pc:sldMkLst>
        <pc:picChg chg="add">
          <ac:chgData name="مومن عبدالقادر عبدالنبى عبدالقادر" userId="b1f90508-9343-4c28-9fed-bf0ac4782c70" providerId="ADAL" clId="{9BC63F15-0960-4D35-9AA8-23167FD296AC}" dt="2026-08-10T21:08:21.574" v="52"/>
          <ac:picMkLst>
            <pc:docMk/>
            <pc:sldMk cId="2750099700" sldId="267"/>
            <ac:picMk id="5" creationId="{6BC3FEB1-3B3C-A362-0C3E-57EFC9C0BDD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651FF9-BDA0-4E5C-811A-C04B89C4BC2C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9B6CBC-D7AE-4D9F-B0EB-EF452BBA0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420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9B6CBC-D7AE-4D9F-B0EB-EF452BBA017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7689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9B6CBC-D7AE-4D9F-B0EB-EF452BBA017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478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925D1-05C1-E5B1-DE3F-BB8069D12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BB7DF-E662-91A6-77EA-911C52262E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6630A-3A8D-7A17-FEA7-96504A620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F2460-C26C-4D24-84AD-D37C2D5BDDC7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26E85-72C4-CC0D-0ADA-5D288B0F9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E927D-B49C-90ED-24E8-BBFA8A6BB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47FA-FD31-48DB-98EC-F3940B503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132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4AD67-A1C8-D706-EEB3-AE727C55D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317F9-7466-29A4-E33F-7202C1A56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E7BA1-C33D-8598-8B81-9E6EB4278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F2460-C26C-4D24-84AD-D37C2D5BDDC7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C4168-160C-5DA7-22A0-968E4C154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DDB26-8325-B7D4-1074-C9B8FC0D7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47FA-FD31-48DB-98EC-F3940B503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693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60053-F833-8632-2DF6-4833453BE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CBCD49-22B7-16BE-4881-D73549FA65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3BDC3-DF5A-84A8-2E7E-6124605F5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F2460-C26C-4D24-84AD-D37C2D5BDDC7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027BEF-EAC8-DFE2-E681-1DCC89002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F83E6-99BC-449A-B46B-FFE43529B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47FA-FD31-48DB-98EC-F3940B503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881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97379-DAF7-7039-2855-35C904707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052F1-C6CB-D118-9CC9-75B2065F46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08112F-9557-6E69-6FC8-CACF3F433E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E9252A-215D-9C6A-AC22-7191B3071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F2460-C26C-4D24-84AD-D37C2D5BDDC7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9BE65-3048-B6C2-50E1-CFE7339EE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A47D46-55FE-21C7-52A3-809834C65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47FA-FD31-48DB-98EC-F3940B503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714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51CB4-5EBC-B008-F97D-02D837F28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93599-10A9-16E5-B5AA-FBF7434EC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7363CE-1CF7-6A53-A5C8-11CCCA7749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9ED7E1-5CED-CCB1-C4DD-5E7AB5254C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EAAB74-82D7-2A00-0E0F-5620A04654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6FF99A-C01A-BA50-56E4-193D60E6C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F2460-C26C-4D24-84AD-D37C2D5BDDC7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18AC8F-B0BC-E4F6-CEB5-C3D510C83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8E28BF-F06A-DD68-74C6-6711AF00E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47FA-FD31-48DB-98EC-F3940B503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483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34766-D8E1-586B-5A92-0809B3F87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B270AB-7892-C2AB-4D83-C5B751BA5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F2460-C26C-4D24-84AD-D37C2D5BDDC7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33BD83-21F7-9EE3-C021-7D49F197B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8515EC-F3A1-733A-A8FA-57C5588E7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47FA-FD31-48DB-98EC-F3940B503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263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3D0054-7DA7-53E6-801C-1E0EA7B1E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F2460-C26C-4D24-84AD-D37C2D5BDDC7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668246-64F0-C944-3D70-53222A8AA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76A1B6-102F-482F-D465-85B350F2C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47FA-FD31-48DB-98EC-F3940B503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7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C38D3-30DF-A8DC-5FF1-0BF4916A3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F5C69-290C-CBD0-CDCB-66CC50BE9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40F642-73C6-B7A7-F48A-B7AD0E7C34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3B7733-E9D8-3AB8-FD1B-FF9820699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F2460-C26C-4D24-84AD-D37C2D5BDDC7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025EE5-9320-6604-5001-71707452C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B4733B-973C-BB27-302C-76212BE93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47FA-FD31-48DB-98EC-F3940B503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482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837E3-1FF8-E96D-AC2F-10A22D972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A346CE-AD24-C66B-EF89-5A40D1606B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7CDC14-F2D6-1DB4-3A69-05E0FD7F30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478BE2-3945-CB3B-5EDC-3D5A99670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F2460-C26C-4D24-84AD-D37C2D5BDDC7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83B3B0-A37C-5BA4-43C3-FBBEE2D2B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9A7435-5776-38E5-691A-A14899DF4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47FA-FD31-48DB-98EC-F3940B503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094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E1806-DCC8-B46F-8DA9-5E701E414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F9BAAC-CFFE-D1F1-1FBC-C843E7BC63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82891-3390-B9B0-81BD-9F1018BA1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F2460-C26C-4D24-84AD-D37C2D5BDDC7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277B8-68D4-4695-0030-59F77EA1A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02A9E-49AC-EC3E-E66F-13456C6C9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47FA-FD31-48DB-98EC-F3940B503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2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8F83B9-E1BC-DF43-72A7-AD2FAD4544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753DF1-1AB2-5E7C-2BB0-81E028ADC2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A59B7-AB32-5A31-AAA1-098F8FD07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F2460-C26C-4D24-84AD-D37C2D5BDDC7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C58F0-5CA2-918C-6BE7-4BC2E836D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41A75-9E77-E866-17E2-A0998362C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47FA-FD31-48DB-98EC-F3940B503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246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F36700-1473-B499-3F05-487ACFE8D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0D60AF-5751-C766-E79D-FA24E37BF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2FB74-65ED-8273-8BD7-B9C8D90C82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9F2460-C26C-4D24-84AD-D37C2D5BDDC7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FA459-CD02-9909-7B0A-2273EAAA2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9BF35-78A2-4123-DFFC-121DE9A0FD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C547FA-FD31-48DB-98EC-F3940B503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373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532565-F51A-DCDC-A68C-DA6B85386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940C-D4DF-A530-07DE-2E950C7AB0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3366"/>
            <a:ext cx="9144000" cy="732934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1A2BE5F-4B3B-7D1A-AE0E-1624A8606F03}"/>
              </a:ext>
            </a:extLst>
          </p:cNvPr>
          <p:cNvSpPr>
            <a:spLocks/>
          </p:cNvSpPr>
          <p:nvPr/>
        </p:nvSpPr>
        <p:spPr>
          <a:xfrm>
            <a:off x="1400172" y="3372040"/>
            <a:ext cx="4229099" cy="646936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dirty="0">
                <a:solidFill>
                  <a:srgbClr val="00B0F0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  3.  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Identity Provider Flow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B7CE2CE-62C9-FABB-4F47-61CB060B6403}"/>
              </a:ext>
            </a:extLst>
          </p:cNvPr>
          <p:cNvSpPr>
            <a:spLocks/>
          </p:cNvSpPr>
          <p:nvPr/>
        </p:nvSpPr>
        <p:spPr>
          <a:xfrm>
            <a:off x="1400172" y="4450848"/>
            <a:ext cx="4229099" cy="646936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dirty="0">
                <a:solidFill>
                  <a:srgbClr val="00B0F0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  4.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  LDAP Provisioning Flow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AA9B89B-3819-82E5-990A-837DFDCF2CA9}"/>
              </a:ext>
            </a:extLst>
          </p:cNvPr>
          <p:cNvSpPr>
            <a:spLocks/>
          </p:cNvSpPr>
          <p:nvPr/>
        </p:nvSpPr>
        <p:spPr>
          <a:xfrm>
            <a:off x="3981450" y="1261298"/>
            <a:ext cx="4229099" cy="646936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B0F0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1. 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Architecture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044F5DC-2D77-9405-FD1B-FD1FBB4BCB54}"/>
              </a:ext>
            </a:extLst>
          </p:cNvPr>
          <p:cNvSpPr>
            <a:spLocks/>
          </p:cNvSpPr>
          <p:nvPr/>
        </p:nvSpPr>
        <p:spPr>
          <a:xfrm>
            <a:off x="1400172" y="2293232"/>
            <a:ext cx="4229099" cy="646936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dirty="0">
                <a:solidFill>
                  <a:srgbClr val="00B0F0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  2.  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Admin Creation Flow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0011849-E205-E8DE-9525-785F69EEF430}"/>
              </a:ext>
            </a:extLst>
          </p:cNvPr>
          <p:cNvSpPr>
            <a:spLocks/>
          </p:cNvSpPr>
          <p:nvPr/>
        </p:nvSpPr>
        <p:spPr>
          <a:xfrm>
            <a:off x="6438899" y="3429000"/>
            <a:ext cx="4229099" cy="646936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dirty="0">
                <a:solidFill>
                  <a:srgbClr val="00B0F0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  7.  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Delegation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635E76A-FFC0-ED74-EC57-F9CF86A01024}"/>
              </a:ext>
            </a:extLst>
          </p:cNvPr>
          <p:cNvSpPr>
            <a:spLocks/>
          </p:cNvSpPr>
          <p:nvPr/>
        </p:nvSpPr>
        <p:spPr>
          <a:xfrm>
            <a:off x="1400171" y="5529656"/>
            <a:ext cx="4229099" cy="646936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dirty="0">
                <a:solidFill>
                  <a:srgbClr val="00B0F0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  5.  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Signup Flow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6CE1F7B-36B7-36F3-0C00-2B035BB34DF7}"/>
              </a:ext>
            </a:extLst>
          </p:cNvPr>
          <p:cNvSpPr>
            <a:spLocks/>
          </p:cNvSpPr>
          <p:nvPr/>
        </p:nvSpPr>
        <p:spPr>
          <a:xfrm>
            <a:off x="6438900" y="2293232"/>
            <a:ext cx="4229099" cy="646936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dirty="0">
                <a:solidFill>
                  <a:srgbClr val="00B0F0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  6.  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Auditing Service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37EDDC-2C2D-B251-11B0-5C27E54D9AB3}"/>
              </a:ext>
            </a:extLst>
          </p:cNvPr>
          <p:cNvSpPr>
            <a:spLocks/>
          </p:cNvSpPr>
          <p:nvPr/>
        </p:nvSpPr>
        <p:spPr>
          <a:xfrm>
            <a:off x="6438900" y="4517894"/>
            <a:ext cx="4229099" cy="646936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dirty="0">
                <a:solidFill>
                  <a:srgbClr val="00B0F0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  8.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  Composite Roles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C419F0-D9CD-69C8-50E9-0A45AE43D402}"/>
              </a:ext>
            </a:extLst>
          </p:cNvPr>
          <p:cNvSpPr>
            <a:spLocks/>
          </p:cNvSpPr>
          <p:nvPr/>
        </p:nvSpPr>
        <p:spPr>
          <a:xfrm>
            <a:off x="6438899" y="5596702"/>
            <a:ext cx="4229099" cy="646936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dirty="0">
                <a:solidFill>
                  <a:srgbClr val="00B0F0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  9.  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User Blocking</a:t>
            </a:r>
          </a:p>
        </p:txBody>
      </p:sp>
    </p:spTree>
    <p:extLst>
      <p:ext uri="{BB962C8B-B14F-4D97-AF65-F5344CB8AC3E}">
        <p14:creationId xmlns:p14="http://schemas.microsoft.com/office/powerpoint/2010/main" val="4015811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B4EE0D-ACE2-1F45-2C54-AA6F1B3BC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3BBAA-ADE1-2B10-EB14-E00B818E79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3366"/>
            <a:ext cx="9144000" cy="732934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00B0F0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1. </a:t>
            </a:r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F33F75-CBD3-17A3-7DD2-995158656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750"/>
          <a:stretch>
            <a:fillRect/>
          </a:stretch>
        </p:blipFill>
        <p:spPr>
          <a:xfrm>
            <a:off x="445106" y="876300"/>
            <a:ext cx="11301788" cy="591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767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DB42FA-F1E1-A0C6-6888-EF1BB75DF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A2B89-AF8D-D77A-B297-617A38EC38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3366"/>
            <a:ext cx="9144000" cy="732934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00B0F0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2. </a:t>
            </a:r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Admin Creation Flow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480F4A-9275-2BEE-FB66-AAC38040F0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924"/>
          <a:stretch>
            <a:fillRect/>
          </a:stretch>
        </p:blipFill>
        <p:spPr>
          <a:xfrm>
            <a:off x="446400" y="874800"/>
            <a:ext cx="11300400" cy="5970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767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349081-7A07-E294-7976-9BA20CBFA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6F3BF-BDB0-A0AD-2325-80BE117CED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3366"/>
            <a:ext cx="9144000" cy="732934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00B0F0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3. </a:t>
            </a:r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Identity Provider Flow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B971B4-80A5-6E6E-E772-7DBDCDDF21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917"/>
          <a:stretch>
            <a:fillRect/>
          </a:stretch>
        </p:blipFill>
        <p:spPr>
          <a:xfrm>
            <a:off x="445106" y="876300"/>
            <a:ext cx="11301788" cy="597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651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9A2B60-F6F5-F7F7-4302-291BAEE95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8830B-7AEC-CC43-9C09-29134B8F3E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3366"/>
            <a:ext cx="9144000" cy="732934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00B0F0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4. </a:t>
            </a:r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LDAP Provisioning Flow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A48509-31B8-AF41-5BC0-A0FFC045A3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778"/>
          <a:stretch>
            <a:fillRect/>
          </a:stretch>
        </p:blipFill>
        <p:spPr>
          <a:xfrm>
            <a:off x="445106" y="876300"/>
            <a:ext cx="11301788" cy="598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030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7E706E-7F7E-1C14-7194-099550AF1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3206D-C861-A313-840B-86BC7C2E53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3366"/>
            <a:ext cx="9144000" cy="732934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00B0F0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5. </a:t>
            </a:r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Signup Flow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7B712A-785F-3A18-4168-C66951D1E6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556"/>
          <a:stretch>
            <a:fillRect/>
          </a:stretch>
        </p:blipFill>
        <p:spPr>
          <a:xfrm>
            <a:off x="1524000" y="876300"/>
            <a:ext cx="9103072" cy="598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37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70237E-CC96-A624-707E-3294EA675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FF5B4-6F3B-52AB-857B-6DEA384D40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3366"/>
            <a:ext cx="9144000" cy="732934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00B0F0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6. </a:t>
            </a:r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Auditing Service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5F7DC8-629D-016A-2A4A-696BF854BD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333"/>
          <a:stretch>
            <a:fillRect/>
          </a:stretch>
        </p:blipFill>
        <p:spPr>
          <a:xfrm>
            <a:off x="445106" y="876300"/>
            <a:ext cx="11301788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881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5049CC-F654-6C38-7706-C601AEDC4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40F97-2FD6-D4A6-CAC2-5581696E56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3366"/>
            <a:ext cx="9144000" cy="732934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00B0F0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7. </a:t>
            </a:r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Delegation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C3FEB1-3B3C-A362-0C3E-57EFC9C0BD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84"/>
          <a:stretch>
            <a:fillRect/>
          </a:stretch>
        </p:blipFill>
        <p:spPr>
          <a:xfrm>
            <a:off x="3084561" y="876300"/>
            <a:ext cx="6022878" cy="5838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099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5853D2-B070-A755-CFCB-F9AB41068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F5A69-AB8A-63D1-918E-58F6296241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3366"/>
            <a:ext cx="9144000" cy="732934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00B0F0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8. </a:t>
            </a:r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Composite Roles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062563-80A9-9DA4-64C3-F9A340E85FC1}"/>
              </a:ext>
            </a:extLst>
          </p:cNvPr>
          <p:cNvSpPr txBox="1"/>
          <p:nvPr/>
        </p:nvSpPr>
        <p:spPr>
          <a:xfrm>
            <a:off x="619027" y="1558904"/>
            <a:ext cx="10953946" cy="3901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Flyway migration creates the role-sync tables.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Roles and permissions are initially marked as PENDING.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Role Sync Worker checks for pending records.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Pending roles and permissions are created in </a:t>
            </a:r>
            <a:r>
              <a:rPr lang="en-US" sz="2400" dirty="0" err="1">
                <a:solidFill>
                  <a:schemeClr val="bg1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Keycloak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Records are updated to SYNCED after successful migration.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Composite roles are created and linked automatically.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Enables dynamic synchronization without manual </a:t>
            </a:r>
            <a:r>
              <a:rPr lang="en-US" sz="2400" dirty="0" err="1">
                <a:solidFill>
                  <a:schemeClr val="bg1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Keycloak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 configuration.</a:t>
            </a:r>
          </a:p>
        </p:txBody>
      </p:sp>
    </p:spTree>
    <p:extLst>
      <p:ext uri="{BB962C8B-B14F-4D97-AF65-F5344CB8AC3E}">
        <p14:creationId xmlns:p14="http://schemas.microsoft.com/office/powerpoint/2010/main" val="1642453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B12D95-CAF6-C829-A0E3-8F316AC6B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FE82E-9803-9BF1-85A5-5396B4D12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3366"/>
            <a:ext cx="9144000" cy="732934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00B0F0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9. </a:t>
            </a:r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User Blocking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8B62CA-35A4-1FB8-240D-CAEAF51D39A7}"/>
              </a:ext>
            </a:extLst>
          </p:cNvPr>
          <p:cNvSpPr txBox="1"/>
          <p:nvPr/>
        </p:nvSpPr>
        <p:spPr>
          <a:xfrm>
            <a:off x="619027" y="1558904"/>
            <a:ext cx="10953946" cy="3901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Keycloak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 tracks failed login attempts.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User is blocked after reaching the configured failed-attempt limit.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Keycloak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 publishes a USER_BLOCKED event through Kafka.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User Management verifies the user's status through the </a:t>
            </a:r>
            <a:r>
              <a:rPr lang="en-US" sz="2400" dirty="0" err="1">
                <a:solidFill>
                  <a:schemeClr val="bg1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Keycloak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 Admin API.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The user is marked as disabled in the User Management database.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USER_UNBLOCKED events synchronize the user status again.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Keeps </a:t>
            </a:r>
            <a:r>
              <a:rPr lang="en-US" sz="2400" dirty="0" err="1">
                <a:solidFill>
                  <a:schemeClr val="bg1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Keycloak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 and User Management user status synchronized.</a:t>
            </a:r>
          </a:p>
        </p:txBody>
      </p:sp>
    </p:spTree>
    <p:extLst>
      <p:ext uri="{BB962C8B-B14F-4D97-AF65-F5344CB8AC3E}">
        <p14:creationId xmlns:p14="http://schemas.microsoft.com/office/powerpoint/2010/main" val="1674522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9E22C3-A320-5585-F11A-85120C1DC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0D286AD-51E9-9B62-67C6-65DEE4D1E5BC}"/>
              </a:ext>
            </a:extLst>
          </p:cNvPr>
          <p:cNvSpPr txBox="1"/>
          <p:nvPr/>
        </p:nvSpPr>
        <p:spPr>
          <a:xfrm>
            <a:off x="3048000" y="2921169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762145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169A7EAC1BAA44284FC74E7DCB950E0" ma:contentTypeVersion="8" ma:contentTypeDescription="Create a new document." ma:contentTypeScope="" ma:versionID="4b16bca46a587fb9ac4e3ce21c90499b">
  <xsd:schema xmlns:xsd="http://www.w3.org/2001/XMLSchema" xmlns:xs="http://www.w3.org/2001/XMLSchema" xmlns:p="http://schemas.microsoft.com/office/2006/metadata/properties" xmlns:ns3="8ef3df3b-2146-4583-a47d-e5f4ba326be8" xmlns:ns4="a9d5b44a-71a1-4df3-a0ec-ebd76ba9e200" targetNamespace="http://schemas.microsoft.com/office/2006/metadata/properties" ma:root="true" ma:fieldsID="3561d898965cea247b35898d975b1f6e" ns3:_="" ns4:_="">
    <xsd:import namespace="8ef3df3b-2146-4583-a47d-e5f4ba326be8"/>
    <xsd:import namespace="a9d5b44a-71a1-4df3-a0ec-ebd76ba9e20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f3df3b-2146-4583-a47d-e5f4ba326be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d5b44a-71a1-4df3-a0ec-ebd76ba9e20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ef3df3b-2146-4583-a47d-e5f4ba326be8" xsi:nil="true"/>
  </documentManagement>
</p:properties>
</file>

<file path=customXml/itemProps1.xml><?xml version="1.0" encoding="utf-8"?>
<ds:datastoreItem xmlns:ds="http://schemas.openxmlformats.org/officeDocument/2006/customXml" ds:itemID="{C14F6EA0-798D-4EAA-8634-75C3D4EE4C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ef3df3b-2146-4583-a47d-e5f4ba326be8"/>
    <ds:schemaRef ds:uri="a9d5b44a-71a1-4df3-a0ec-ebd76ba9e20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F0401F0-3827-4373-8E01-CC33C988693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A4C70A8-2998-4E34-A72C-912EDA6AC360}">
  <ds:schemaRefs>
    <ds:schemaRef ds:uri="http://purl.org/dc/elements/1.1/"/>
    <ds:schemaRef ds:uri="http://schemas.microsoft.com/office/2006/metadata/properties"/>
    <ds:schemaRef ds:uri="http://www.w3.org/XML/1998/namespace"/>
    <ds:schemaRef ds:uri="8ef3df3b-2146-4583-a47d-e5f4ba326be8"/>
    <ds:schemaRef ds:uri="http://schemas.microsoft.com/office/2006/documentManagement/types"/>
    <ds:schemaRef ds:uri="http://purl.org/dc/dcmitype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a9d5b44a-71a1-4df3-a0ec-ebd76ba9e20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215</Words>
  <Application>Microsoft Office PowerPoint</Application>
  <PresentationFormat>Widescreen</PresentationFormat>
  <Paragraphs>36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Agenda</vt:lpstr>
      <vt:lpstr>1. Architecture</vt:lpstr>
      <vt:lpstr>2. Admin Creation Flow</vt:lpstr>
      <vt:lpstr>3. Identity Provider Flow</vt:lpstr>
      <vt:lpstr>4. LDAP Provisioning Flow</vt:lpstr>
      <vt:lpstr>5. Signup Flow</vt:lpstr>
      <vt:lpstr>6. Auditing Service</vt:lpstr>
      <vt:lpstr>7. Delegation</vt:lpstr>
      <vt:lpstr>8. Composite Roles</vt:lpstr>
      <vt:lpstr>9. User Blocking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مومن عبدالقادر عبدالنبى عبدالقادر</dc:creator>
  <cp:lastModifiedBy>مومن عبدالقادر عبدالنبى عبدالقادر</cp:lastModifiedBy>
  <cp:revision>4</cp:revision>
  <dcterms:created xsi:type="dcterms:W3CDTF">2026-08-10T18:00:26Z</dcterms:created>
  <dcterms:modified xsi:type="dcterms:W3CDTF">2026-08-11T11:58:50Z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0x0101006169A7EAC1BAA44284FC74E7DCB950E0</vt:lpwstr>
  </property>
</Properties>
</file>